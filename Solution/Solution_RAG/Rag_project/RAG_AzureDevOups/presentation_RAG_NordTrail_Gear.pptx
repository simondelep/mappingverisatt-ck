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B3D2F"/>
                </a:solidFill>
              </a:defRPr>
            </a:pPr>
            <a:r>
              <a:t>RAG NordTrail Gear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2D6A4F"/>
                </a:solidFill>
              </a:defRPr>
            </a:pPr>
            <a:r>
              <a:t>Retrieval Augmented Generation avec Azure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Cours IA — UQAC</a:t>
            </a:r>
          </a:p>
          <a:p>
            <a:pPr>
              <a:defRPr sz="1400">
                <a:solidFill>
                  <a:srgbClr val="666666"/>
                </a:solidFill>
              </a:defRPr>
            </a:pPr>
            <a:r>
              <a:t>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Introduction — 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NordTrail Gear : entreprise fictive d'équipement outdoor (randonnée, trail).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Besoin : répondre automatiquement aux questions clients (livraison, tailles, SAV, catalogue).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Solution : RAG (Retrieval Augmented Generation) — le LLM s'appuie sur nos documents internes.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Stack cloud : Azure OpenAI (embeddings + chat) et Azure AI Search (index vectoriel).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Stack locale : ChromaDB pour prototyper l'ingestion sans dépendre du cloud à chaque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Introduction — 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Indexer une base documentaire hétérogène (PDF, Markdown, CSV, JSON).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Découper les textes en chunks exploitables pour la recherche sémantique.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Stocker des embeddings et retrouver les passages les plus pertinents.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Générer des réponses ancrées dans le contexte récupéré (pas d'hallucination libre).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Évaluer le système avec des questions types (livraison, tailles, colis endommagé, etc.).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B3D2F"/>
                </a:solidFill>
              </a:defRPr>
            </a:pPr>
            <a:r>
              <a:t>Ce que nous avons réalisé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Dossier documents/ : 7 fichiers indexés + 1 fichier d'évaluation exclu.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config.py : configuration centralisée (.env) et validation des clés API.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Deux pipelines complémentaires : Azure (production) et Chroma (développement local).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Flux Azure : ingest_azure.py → index → rag_test.py (retrieve + LLM).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Flux local : utils.py + ingest.py + embeddings.py + vectorstore.py.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Module config.py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Charge les variables depuis .env (clés Azure OpenAI et Azure AI Search).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Paramètres : endpoints, noms de modèles déployés, index, dossier documents.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Chunking configurable : CHUNK_SIZE=1500 caractères, CHUNK_OVERLAP=150.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Fonction validate_config() : arrêt propre si clés manquantes.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Module utils.py — Prétraitement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Chargement multi-formats : PDF (pypdf), Markdown, TXT, CSV, JSON.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Nettoyage : suppression caractères parasites, espaces excessifs.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Découpage par mots (chunk_size / overlap) — évite de couper au milieu d'une phrase.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list_document_files() : parcours récursif du dossier documents/.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Module embeddings.py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Client Azure OpenAI initialisé depuis config.py.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get_embedding(text) : un vecteur par texte.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get_embeddings(texts) : boucle séquentielle (facile à déboguer en V1).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Le nom du modèle correspond au deployment Azure (ex. mon-embedding).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Dimension typique : 1536 (text-embedding-3-small).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Module vectorstore.py — ChromaDB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Stockage persistant dans ./db/chroma_store.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Collection nordtrail_documents, distance cosine (adaptée aux embeddings OpenAI).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reset_collection() : réindexation propre à chaque ingestion complète.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query_collection() : top-k chunks les plus proches de la question.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Métadonnées par chunk : source, type de fichier, index du chunk.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Module ingest.py — Ingestion locale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Pour chaque document autorisé : load → clean → chunk → embed → add Chroma.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Exclusion explicite : emails_clients_test.csv (réservé à l'évaluation).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Résumé en fin de run : nombre de documents et de chunks indexés.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Commande : python ingest.py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Module ingest_azure.py — Ingestion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Extracteurs dédiés par extension (.pdf, .md, .csv, .json).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Chunking par caractères avec chevauchement (fenêtre glissante).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Vectorisation Azure OpenAI puis upload_documents vers Azure AI Search.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Chaque chunk indexé préfixe le nom du fichier pour tracer la source.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Commande : python ingest_azure.py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Module rag_test.py — Requête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1. Embedding de la question utilisateur.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2. VectorizedQuery sur le champ vector de l'index Azure.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3. Recherche hybride (texte + vecteur) — top résultats comme contexte.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4. Prompt structuré : « Réponds strictement avec le contexte suivant… »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5. Appel au modèle chat (mon-llm-chat) pour la réponse finale.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10 questions de test intégrées (livraison France, tailles trail, SAV, etc.).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Corpus documentaire (documents/)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faq_livraison.md — délais et politiques de livraison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guide_tailles.md — conseils tailles chaussures et sacs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procedure_sav_interne.md — procédure service après-vente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conditions_annulation.md — retours et annulations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catalogue_produits.csv — catalogue produits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clients_exemples.json / commandes_exemples.json — données fictives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emails_clients_test.csv — NON indexé (fichier d'évaluation uniquement)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Configuration et exécution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Copier .env.example vers .env et renseigner les clés Azure.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pip install -r requirements.txt (ou dépendances listées dans SETUP.md).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Ingestion : python ingest_azure.py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Test RAG : python rag_test.py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Option locale : python ingest.py puis requêtes via Chroma.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test_foundry.py : vérification connexion Microsoft Foundry (.env.test).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Différences clés entre les deux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Azure : chunking par caractères, index cloud scalable, rag_test.py complet.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Local : chunking par mots (utils), ChromaDB, idéal pour itérer rapidement.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Même source documents/ mais stratégies de découpage différentes.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Les deux s'appuient sur Azure OpenAI pour les embeddings (voie locale).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B3D2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Système RAG fonctionnel de bout en bout : ingestion → recherche → génération.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Séparation claire des responsabilités (config, utils, embeddings, ingest, rag).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Documentation métier réaliste pour un cas e-commerce / outdoor.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Gestion des secrets via .env — aucune clé API dans le code source.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Base extensible : ajouter un fichier dans documents/ puis relancer l'ingestion.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Limites et pistes d'amélioration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Embeddings un par un : passer au batch pour accélérer l'ingestion.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Augmenter top-k (aujourd'hui souvent k=1) pour un contexte plus riche.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Harmoniser chunking caractères vs mots entre pipelines local et Azure.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Interface utilisateur (Streamlit / API) pour démo interactive.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Métriques d'évaluation automatiques sur emails_clients_test.csv.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B3D2F"/>
                </a:solidFill>
              </a:defRPr>
            </a:pPr>
            <a:r>
              <a:t>Merci — Questions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Projet : RAG_AzureDevOups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Démonstration live : python ingest_azure.py puis python rag_test.py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</a:defRPr>
            </a:pPr>
            <a:r>
              <a:t>Documentation : SETUP.md et canvas rag-nordtrail-presentation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